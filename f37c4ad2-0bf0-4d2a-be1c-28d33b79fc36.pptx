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ink/ink3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497" r:id="rId3"/>
    <p:sldId id="499" r:id="rId4"/>
    <p:sldId id="500" r:id="rId5"/>
    <p:sldId id="501" r:id="rId6"/>
    <p:sldId id="512" r:id="rId7"/>
    <p:sldId id="513" r:id="rId8"/>
    <p:sldId id="505" r:id="rId9"/>
    <p:sldId id="503" r:id="rId10"/>
    <p:sldId id="508" r:id="rId11"/>
    <p:sldId id="507" r:id="rId12"/>
    <p:sldId id="514" r:id="rId13"/>
    <p:sldId id="504" r:id="rId14"/>
    <p:sldId id="502" r:id="rId15"/>
    <p:sldId id="506" r:id="rId16"/>
    <p:sldId id="269" r:id="rId17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93" autoAdjust="0"/>
    <p:restoredTop sz="94681"/>
  </p:normalViewPr>
  <p:slideViewPr>
    <p:cSldViewPr>
      <p:cViewPr varScale="1">
        <p:scale>
          <a:sx n="83" d="100"/>
          <a:sy n="83" d="100"/>
        </p:scale>
        <p:origin x="893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49:54.4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299 638 24575,'1'-13'0,"2"1"0,-1-1 0,2 1 0,0-1 0,0 1 0,1 0 0,0 0 0,1 1 0,12-18 0,-7 10 0,15-34 0,-25 51 0,-1 0 0,1 0 0,-1 1 0,1-1 0,-1 0 0,1 0 0,-1 0 0,0 0 0,0 0 0,0 0 0,-1-3 0,1 4 0,0 1 0,0-1 0,0 1 0,-1-1 0,1 1 0,0-1 0,-1 0 0,1 1 0,0-1 0,-1 1 0,1 0 0,-1-1 0,1 1 0,0-1 0,-1 1 0,0 0 0,1-1 0,-1 1 0,1 0 0,-1-1 0,1 1 0,-1 0 0,-1-1 0,0 1 0,-1 0 0,0 0 0,1 0 0,-1 1 0,0-1 0,1 1 0,-1-1 0,0 1 0,1 0 0,-1 0 0,1 0 0,-1 0 0,1 0 0,-4 3 0,-22 16 0,-46 41 0,-9 7 0,-17 16 0,87-77 0,6-10 0,7 1 0,-1 1 0,1 0 0,0 0 0,0 0 0,0-1 0,0 1 0,0 0 0,1 0 0,-1 0 0,0 0 0,0-1 0,1 1 0,-1 0 0,1 0 0,-1 0 0,1 0 0,-1 0 0,1 0 0,1-1 0,17-28 0,0 0 0,-2-1 0,-2-1 0,14-39 0,-27 67 0,-1-1 0,0 1 0,0-1 0,0 1 0,0-1 0,-1 0 0,0 1 0,0-9 0,0 11 0,-1 0 0,1 0 0,-1 1 0,0-1 0,0 0 0,1 1 0,-1-1 0,0 0 0,0 1 0,-1-1 0,1 1 0,0 0 0,0-1 0,-1 1 0,1 0 0,-1 0 0,1 0 0,-1 0 0,1 0 0,-1 0 0,0 0 0,1 0 0,-1 1 0,-2-2 0,1 2 0,0-1 0,1-1 0,-1 1 0,1 0 0,-1-1 0,1 1 0,0-1 0,0 0 0,0 0 0,0 0 0,0 0 0,0 0 0,0 0 0,1 0 0,-1-1 0,1 1 0,-3-5 0,2 3 0,0 0 0,0 0 0,-1 1 0,1 0 0,-1-1 0,-5-4 0,-15-3 0,21 11 0,1 0 0,0-1 0,0 1 0,0 0 0,-1-1 0,1 1 0,0-1 0,0 1 0,0-1 0,0 1 0,0-1 0,0 0 0,0 1 0,0-1 0,0 0 0,0 0 0,0 0 0,1 0 0,-1 0 0,0 0 0,0 0 0,1 0 0,-1 0 0,1 0 0,-1 0 0,1 0 0,0-1 0,-1 1 0,1 0 0,0 0 0,0 0 0,0-3 0,-1 0 0,0 1 0,1-1 0,0 0 0,0 0 0,0 0 0,1 1 0,-1-1 0,1 0 0,0 0 0,0 1 0,0-1 0,0 1 0,1-1 0,-1 1 0,1-1 0,0 1 0,0 0 0,0 0 0,1 0 0,-1 0 0,1 0 0,0 0 0,-1 1 0,1-1 0,0 1 0,0 0 0,1 0 0,-1 0 0,0 0 0,1 1 0,-1-1 0,1 1 0,0 0 0,-1 0 0,1 0 0,0 1 0,0-1 0,-1 1 0,1 0 0,0 0 0,0 0 0,0 0 0,-1 1 0,8 1 0,4 4 0,0 0 0,0 1 0,-1 0 0,25 17 0,13 7 0,-36-22 0,0-2 0,0 0 0,1-1 0,0-1 0,0-1 0,27 4 0,-39-7 0,0 0 0,0-1 0,0 0 0,-1 0 0,1 0 0,0-1 0,0 0 0,0 0 0,-1 0 0,1 0 0,0-1 0,-1 1 0,1-1 0,-1 0 0,0-1 0,1 1 0,-1-1 0,0 0 0,-1 0 0,1 0 0,0 0 0,-1-1 0,0 0 0,0 1 0,0-1 0,0 0 0,-1-1 0,4-5 0,2-15 0,-5 15 0,1 0 0,-1 0 0,2 0 0,7-13 0,-11 22 0,-1 0 0,1-1 0,0 1 0,0 0 0,0 0 0,-1 0 0,1 0 0,1 0 0,-1 0 0,0 0 0,0 1 0,0-1 0,0 0 0,0 1 0,1-1 0,-1 0 0,0 1 0,1 0 0,-1-1 0,0 1 0,1 0 0,-1-1 0,0 1 0,1 0 0,-1 0 0,1 0 0,-1 0 0,0 1 0,1-1 0,-1 0 0,1 1 0,-1-1 0,0 0 0,0 1 0,1 0 0,-1-1 0,0 1 0,0 0 0,2 1 0,2 3 0,-1-1 0,-1 1 0,1 0 0,-1 1 0,0-1 0,0 0 0,0 1 0,-1 0 0,1-1 0,-2 1 0,1 0 0,1 7 0,10 26 0,-9-31 0,1 0 0,0 0 0,0-1 0,1 0 0,0 0 0,1 0 0,-1 0 0,1-1 0,1-1 0,-1 1 0,1-1 0,12 7 0,-7-6 0,-1 0 0,1-1 0,0 0 0,0-1 0,0-1 0,1 0 0,24 2 0,-34-5 0,0 0 0,0 0 0,0-1 0,0 0 0,0 0 0,-1 0 0,1 0 0,0 0 0,0-1 0,-1 0 0,1 0 0,-1 0 0,5-3 0,43-41 0,-9 8 0,9 4 0,2 3 0,1 2 0,66-25 0,-98 46 0,1 2 0,0 1 0,0 0 0,0 2 0,43-1 0,26-3 0,-55 3 0,37 2 0,11-1 0,-73 0 0,-15-2 0,-21-2 0,-2 3 0,0 2 0,-1 1 0,1 1 0,0 1 0,0 1 0,0 2 0,0 0 0,1 2 0,-1 0 0,1 2 0,-41 19 0,61-24 0,-1 0 0,1-1 0,-1 1 0,0-1 0,0 0 0,0-1 0,-1 0 0,1 0 0,0 0 0,0-1 0,0 1 0,-1-2 0,1 1 0,0-1 0,0 0 0,-1 0 0,1 0 0,0-1 0,0 0 0,0 0 0,1-1 0,-1 1 0,1-1 0,-1-1 0,1 1 0,0-1 0,-7-6 0,5 4 0,0 0 0,-1 0 0,0 0 0,0 1 0,0 0 0,-1 1 0,0 0 0,1 0 0,-2 1 0,1 0 0,0 0 0,-1 1 0,1 0 0,-1 1 0,1 0 0,-16 1 0,2 1 0,1 0 0,0 2 0,0 0 0,0 1 0,-35 13 0,32-9 0,17-6 0,-1 0 0,0 1 0,1 0 0,0 1 0,0-1 0,0 2 0,0-1 0,0 1 0,1 0 0,0 1 0,0 0 0,-9 10 0,-2 9 0,1 1 0,1 0 0,1 2 0,-21 53 0,-129 245 0,132-268 0,-71 116 0,88-149 0,15-23 0,-1-1 0,1 1 0,0 0 0,0 0 0,0 0 0,0 0 0,1 0 0,-1 1 0,0-1 0,1 0 0,-1 0 0,1 0 0,0 1 0,0-1 0,0 0 0,0 3 0,1-4 0,-1-1 0,0 1 0,0 0 0,1-1 0,-1 1 0,0-1 0,1 1 0,-1-1 0,0 0 0,1 1 0,-1-1 0,1 1 0,-1-1 0,1 0 0,-1 1 0,1-1 0,-1 0 0,1 1 0,0-1 0,-1 0 0,2 1 0,21-3 0,-11-2 0,0-1 0,0 0 0,-1-1 0,0 0 0,0 0 0,0-1 0,18-17 0,61-66 0,-65 58 0,-2 0 0,-1-2 0,23-46 0,10-16 0,-16 26 0,-26 45 0,1 1 0,27-37 0,-39 58 0,1 0 0,-1 1 0,0-1 0,1 1 0,-1 0 0,1-1 0,0 1 0,0 1 0,0-1 0,0 0 0,0 1 0,0-1 0,0 1 0,1 0 0,-1 0 0,0 1 0,1-1 0,-1 0 0,0 1 0,1 0 0,-1 0 0,1 0 0,-1 0 0,0 1 0,1-1 0,-1 1 0,1 0 0,-1 0 0,0 0 0,0 0 0,0 1 0,0-1 0,0 1 0,0 0 0,0 0 0,0 0 0,0 0 0,-1 0 0,1 1 0,-1-1 0,0 1 0,0 0 0,0-1 0,0 1 0,0 0 0,-1 0 0,1 0 0,-1 1 0,0-1 0,1 0 0,0 7 0,1 35 0,-1 1 0,-8 77 0,5-120 0,0 10 0,-1 1 0,-1-1 0,0 0 0,-1 0 0,0-1 0,-1 1 0,0-1 0,-1 0 0,0 0 0,-1-1 0,-12 15 0,13-17 0,1-1 0,0 0 0,1 1 0,0 0 0,0 0 0,1 1 0,0-1 0,1 1 0,0-1 0,-2 18 0,4-27 0,0 0 0,0 0 0,0 0 0,0 1 0,0-1 0,0 0 0,0 0 0,0 0 0,0 0 0,0 0 0,0 0 0,0 0 0,0 1 0,0-1 0,0 0 0,0 0 0,0 0 0,0 0 0,0 0 0,0 0 0,0 0 0,0 0 0,0 1 0,0-1 0,0 0 0,0 0 0,0 0 0,0 0 0,0 0 0,0 0 0,0 0 0,1 0 0,-1 0 0,0 1 0,0-1 0,0 0 0,0 0 0,0 0 0,0 0 0,0 0 0,0 0 0,0 0 0,1 0 0,-1 0 0,0 0 0,0 0 0,0 0 0,0 0 0,0 0 0,0 0 0,0 0 0,1 0 0,-1 0 0,0 0 0,0 0 0,0 0 0,0 0 0,0 0 0,0 0 0,0 0 0,0 0 0,1 0 0,-1 0 0,7-9 0,7-14 0,41-109 0,31-60 0,-60 137 0,10-19 0,-31 66 0,-1 1 0,1 0 0,0 0 0,1 0 0,0 1 0,12-11 0,-18 16 0,1 0 0,0 0 0,0 1 0,-1-1 0,1 1 0,0-1 0,0 1 0,0-1 0,0 1 0,0-1 0,0 1 0,0 0 0,0 0 0,0-1 0,0 1 0,0 0 0,0 0 0,0 0 0,0 0 0,0 0 0,0 0 0,0 0 0,0 1 0,0-1 0,0 0 0,0 1 0,0-1 0,0 0 0,0 1 0,1 0 0,0 1 0,0 0 0,0 0 0,0 1 0,-1-1 0,1 0 0,-1 1 0,1-1 0,-1 1 0,0-1 0,0 1 0,1 3 0,2 9 0,0 0 0,2 31 0,-3 36 0,-15 161 0,1-81 0,14-131 0,1-27 0,1-19 0,4-49 0,-6 43 0,0-1 0,1 0 0,1 1 0,0 0 0,2 0 0,1 1 0,11-23 0,-3 18 0,1 0 0,39-44 0,-46 56 0,-6 9 0,-1-1 0,1 1 0,0-1 0,0 1 0,0 0 0,6-4 0,-9 8 0,0-1 0,0 1 0,0 0 0,0-1 0,0 1 0,0 0 0,0 0 0,0-1 0,0 1 0,0 0 0,0 0 0,0 0 0,0 0 0,0 1 0,0-1 0,0 0 0,0 0 0,0 1 0,0-1 0,0 0 0,0 1 0,0-1 0,0 1 0,0-1 0,0 1 0,-1-1 0,1 1 0,0 0 0,0 0 0,-1-1 0,1 1 0,0 0 0,-1 0 0,1 0 0,-1 0 0,1-1 0,-1 1 0,1 0 0,-1 0 0,0 0 0,1 2 0,6 19 0,0-1 0,-2 2 0,0-1 0,-1 0 0,0 43 0,-3 54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12EE8AE-6B96-A0B7-5B01-1E66F70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96B1102-F4C9-B3F6-1EBC-67E21A0E1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8509EEB-322A-5BF0-4BAB-89D92C041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60D25FF-334B-A586-E002-BDB8BEB7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71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CAA661C-EE8E-4550-79FC-6D2DE628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08A3BE65-ABC2-C31E-F7BF-5074E255A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1E0FA71-42DC-F866-0B0B-A1E7E3AEB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A24EB81-AFC1-22F2-9431-A4C105BD9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938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B03C315-2F31-0964-567A-7316CBA1C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AFFF20B-31C2-4485-B341-8D4BE37D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1E42BF9-76F7-7E12-CA6C-411D0EA63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3E48A72-B066-3B79-5AF6-739496354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875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2061" y="2367609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</a:t>
            </a:r>
            <a:r>
              <a:rPr lang="en-IN" sz="2400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Final </a:t>
            </a: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Year Project Progress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xmlns="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442984"/>
              </p:ext>
            </p:extLst>
          </p:nvPr>
        </p:nvGraphicFramePr>
        <p:xfrm>
          <a:off x="1670447" y="3505366"/>
          <a:ext cx="6096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33050249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658983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1761018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958206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DF18845-4075-32C5-8F4A-4F40F86E837F}"/>
              </a:ext>
            </a:extLst>
          </p:cNvPr>
          <p:cNvSpPr txBox="1"/>
          <p:nvPr/>
        </p:nvSpPr>
        <p:spPr>
          <a:xfrm>
            <a:off x="1414310" y="1372508"/>
            <a:ext cx="66082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Project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Industry Mentor:</a:t>
            </a:r>
          </a:p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4FB5C432-E63F-6355-19A5-32B65372F4D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E6412DA-6D17-40E5-6A15-8B5AF801558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75C45B-C9D0-DBF5-811F-0F08DB7B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ACCAFCE0-31E7-9CED-BEF6-9C94A97D7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EC8D1C93-2569-153C-C90B-6D82C35C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D6161CDA-82E4-E4CE-AB8A-F7E4594878E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FB65409-50C0-1C48-4C06-AA7695D3A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54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BB1AC4FE-9A4F-F464-CA8E-3B900C29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xmlns="" id="{72AEF02E-64A6-6432-1444-81368AF7F7EA}"/>
                  </a:ext>
                </a:extLst>
              </p14:cNvPr>
              <p14:cNvContentPartPr/>
              <p14:nvPr/>
            </p14:nvContentPartPr>
            <p14:xfrm>
              <a:off x="6087360" y="2475240"/>
              <a:ext cx="646200" cy="333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4360" y="2412240"/>
                <a:ext cx="771840" cy="45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82CBE56-1D41-7167-8FFB-A09C6DDB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AFB3A7BE-7862-048E-951C-86CFD388A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BF1F4E46-D933-954B-D887-0C743D7A6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DF222086-A20A-7049-0744-A17C1E596D3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926CD72-25A6-86DC-34B2-F6A291749F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4D0BEBF-445B-BE7B-3FF6-A71A2B58737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FC27A688-8646-DB1F-FAA1-AE2FA984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43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xmlns="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BBCDCA2-809E-6D83-D42D-750510F8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B1972655-A0FD-7923-EAE6-F8504228D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B586354D-B57C-4AB5-50E5-D5E6E2A51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 Steps and Goals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9AA045F8-58D6-32DE-1A78-7BF61B46874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92C63B0B-38AB-BDC6-BC45-A8B7244E28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305AE5B-E43E-CFC9-59E3-0853A368E8B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xmlns="" id="{871A80A2-EA03-6476-D9C3-239857EC94CB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016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6508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6257</TotalTime>
  <Words>154</Words>
  <Application>Microsoft Office PowerPoint</Application>
  <PresentationFormat>On-screen Show (4:3)</PresentationFormat>
  <Paragraphs>60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Microsoft account</cp:lastModifiedBy>
  <cp:revision>311</cp:revision>
  <cp:lastPrinted>2022-09-05T08:43:44Z</cp:lastPrinted>
  <dcterms:created xsi:type="dcterms:W3CDTF">2020-01-16T09:05:56Z</dcterms:created>
  <dcterms:modified xsi:type="dcterms:W3CDTF">2026-03-06T07:21:46Z</dcterms:modified>
</cp:coreProperties>
</file>