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ink/ink1.xml" ContentType="application/inkml+xml"/>
  <Override PartName="/ppt/ink/ink2.xml" ContentType="application/inkml+xml"/>
  <Override PartName="/ppt/ink/ink3.xml" ContentType="application/inkml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497" r:id="rId3"/>
    <p:sldId id="499" r:id="rId4"/>
    <p:sldId id="500" r:id="rId5"/>
    <p:sldId id="501" r:id="rId6"/>
    <p:sldId id="512" r:id="rId7"/>
    <p:sldId id="513" r:id="rId8"/>
    <p:sldId id="505" r:id="rId9"/>
    <p:sldId id="503" r:id="rId10"/>
    <p:sldId id="508" r:id="rId11"/>
    <p:sldId id="507" r:id="rId12"/>
    <p:sldId id="514" r:id="rId13"/>
    <p:sldId id="504" r:id="rId14"/>
    <p:sldId id="502" r:id="rId15"/>
    <p:sldId id="506" r:id="rId16"/>
    <p:sldId id="269" r:id="rId17"/>
  </p:sldIdLst>
  <p:sldSz cx="9144000" cy="6858000" type="screen4x3"/>
  <p:notesSz cx="6761163" cy="99425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60AA"/>
    <a:srgbClr val="0066B3"/>
    <a:srgbClr val="E31E24"/>
    <a:srgbClr val="006CB4"/>
    <a:srgbClr val="E8303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4C1A8A3-306A-4EB7-A6B1-4F7E0EB9C5D6}" styleName="Medium Style 3 - Accent 5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9393" autoAdjust="0"/>
    <p:restoredTop sz="94681"/>
  </p:normalViewPr>
  <p:slideViewPr>
    <p:cSldViewPr>
      <p:cViewPr varScale="1">
        <p:scale>
          <a:sx n="83" d="100"/>
          <a:sy n="83" d="100"/>
        </p:scale>
        <p:origin x="893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49:54.477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299 638 24575,'1'-13'0,"2"1"0,-1-1 0,2 1 0,0-1 0,0 1 0,1 0 0,0 0 0,1 1 0,12-18 0,-7 10 0,15-34 0,-25 51 0,-1 0 0,1 0 0,-1 1 0,1-1 0,-1 0 0,1 0 0,-1 0 0,0 0 0,0 0 0,0 0 0,-1-3 0,1 4 0,0 1 0,0-1 0,0 1 0,-1-1 0,1 1 0,0-1 0,-1 0 0,1 1 0,0-1 0,-1 1 0,1 0 0,-1-1 0,1 1 0,0-1 0,-1 1 0,0 0 0,1-1 0,-1 1 0,1 0 0,-1-1 0,1 1 0,-1 0 0,-1-1 0,0 1 0,-1 0 0,0 0 0,1 0 0,-1 1 0,0-1 0,1 1 0,-1-1 0,0 1 0,1 0 0,-1 0 0,1 0 0,-1 0 0,1 0 0,-4 3 0,-22 16 0,-46 41 0,-9 7 0,-17 16 0,87-77 0,6-10 0,7 1 0,-1 1 0,1 0 0,0 0 0,0 0 0,0-1 0,0 1 0,0 0 0,1 0 0,-1 0 0,0 0 0,0-1 0,1 1 0,-1 0 0,1 0 0,-1 0 0,1 0 0,-1 0 0,1 0 0,1-1 0,17-28 0,0 0 0,-2-1 0,-2-1 0,14-39 0,-27 67 0,-1-1 0,0 1 0,0-1 0,0 1 0,0-1 0,-1 0 0,0 1 0,0-9 0,0 11 0,-1 0 0,1 0 0,-1 1 0,0-1 0,0 0 0,1 1 0,-1-1 0,0 0 0,0 1 0,-1-1 0,1 1 0,0 0 0,0-1 0,-1 1 0,1 0 0,-1 0 0,1 0 0,-1 0 0,1 0 0,-1 0 0,0 0 0,1 0 0,-1 1 0,-2-2 0,1 2 0,0-1 0,1-1 0,-1 1 0,1 0 0,-1-1 0,1 1 0,0-1 0,0 0 0,0 0 0,0 0 0,0 0 0,0 0 0,0 0 0,1 0 0,-1-1 0,1 1 0,-3-5 0,2 3 0,0 0 0,0 0 0,-1 1 0,1 0 0,-1-1 0,-5-4 0,-15-3 0,21 11 0,1 0 0,0-1 0,0 1 0,0 0 0,-1-1 0,1 1 0,0-1 0,0 1 0,0-1 0,0 1 0,0-1 0,0 0 0,0 1 0,0-1 0,0 0 0,0 0 0,0 0 0,1 0 0,-1 0 0,0 0 0,0 0 0,1 0 0,-1 0 0,1 0 0,-1 0 0,1 0 0,0-1 0,-1 1 0,1 0 0,0 0 0,0 0 0,0-3 0,-1 0 0,0 1 0,1-1 0,0 0 0,0 0 0,0 0 0,1 1 0,-1-1 0,1 0 0,0 0 0,0 1 0,0-1 0,0 1 0,1-1 0,-1 1 0,1-1 0,0 1 0,0 0 0,0 0 0,1 0 0,-1 0 0,1 0 0,0 0 0,-1 1 0,1-1 0,0 1 0,0 0 0,1 0 0,-1 0 0,0 0 0,1 1 0,-1-1 0,1 1 0,0 0 0,-1 0 0,1 0 0,0 1 0,0-1 0,-1 1 0,1 0 0,0 0 0,0 0 0,0 0 0,-1 1 0,8 1 0,4 4 0,0 0 0,0 1 0,-1 0 0,25 17 0,13 7 0,-36-22 0,0-2 0,0 0 0,1-1 0,0-1 0,0-1 0,27 4 0,-39-7 0,0 0 0,0-1 0,0 0 0,-1 0 0,1 0 0,0-1 0,0 0 0,0 0 0,-1 0 0,1 0 0,0-1 0,-1 1 0,1-1 0,-1 0 0,0-1 0,1 1 0,-1-1 0,0 0 0,-1 0 0,1 0 0,0 0 0,-1-1 0,0 0 0,0 1 0,0-1 0,0 0 0,-1-1 0,4-5 0,2-15 0,-5 15 0,1 0 0,-1 0 0,2 0 0,7-13 0,-11 22 0,-1 0 0,1-1 0,0 1 0,0 0 0,0 0 0,-1 0 0,1 0 0,1 0 0,-1 0 0,0 0 0,0 1 0,0-1 0,0 0 0,0 1 0,1-1 0,-1 0 0,0 1 0,1 0 0,-1-1 0,0 1 0,1 0 0,-1-1 0,0 1 0,1 0 0,-1 0 0,1 0 0,-1 0 0,0 1 0,1-1 0,-1 0 0,1 1 0,-1-1 0,0 0 0,0 1 0,1 0 0,-1-1 0,0 1 0,0 0 0,2 1 0,2 3 0,-1-1 0,-1 1 0,1 0 0,-1 1 0,0-1 0,0 0 0,0 1 0,-1 0 0,1-1 0,-2 1 0,1 0 0,1 7 0,10 26 0,-9-31 0,1 0 0,0 0 0,0-1 0,1 0 0,0 0 0,1 0 0,-1 0 0,1-1 0,1-1 0,-1 1 0,1-1 0,12 7 0,-7-6 0,-1 0 0,1-1 0,0 0 0,0-1 0,0-1 0,1 0 0,24 2 0,-34-5 0,0 0 0,0 0 0,0-1 0,0 0 0,0 0 0,-1 0 0,1 0 0,0 0 0,0-1 0,-1 0 0,1 0 0,-1 0 0,5-3 0,43-41 0,-9 8 0,9 4 0,2 3 0,1 2 0,66-25 0,-98 46 0,1 2 0,0 1 0,0 0 0,0 2 0,43-1 0,26-3 0,-55 3 0,37 2 0,11-1 0,-73 0 0,-15-2 0,-21-2 0,-2 3 0,0 2 0,-1 1 0,1 1 0,0 1 0,0 1 0,0 2 0,0 0 0,1 2 0,-1 0 0,1 2 0,-41 19 0,61-24 0,-1 0 0,1-1 0,-1 1 0,0-1 0,0 0 0,0-1 0,-1 0 0,1 0 0,0 0 0,0-1 0,0 1 0,-1-2 0,1 1 0,0-1 0,0 0 0,-1 0 0,1 0 0,0-1 0,0 0 0,0 0 0,1-1 0,-1 1 0,1-1 0,-1-1 0,1 1 0,0-1 0,-7-6 0,5 4 0,0 0 0,-1 0 0,0 0 0,0 1 0,0 0 0,-1 1 0,0 0 0,1 0 0,-2 1 0,1 0 0,0 0 0,-1 1 0,1 0 0,-1 1 0,1 0 0,-16 1 0,2 1 0,1 0 0,0 2 0,0 0 0,0 1 0,-35 13 0,32-9 0,17-6 0,-1 0 0,0 1 0,1 0 0,0 1 0,0-1 0,0 2 0,0-1 0,0 1 0,1 0 0,0 1 0,0 0 0,-9 10 0,-2 9 0,1 1 0,1 0 0,1 2 0,-21 53 0,-129 245 0,132-268 0,-71 116 0,88-149 0,15-23 0,-1-1 0,1 1 0,0 0 0,0 0 0,0 0 0,0 0 0,1 0 0,-1 1 0,0-1 0,1 0 0,-1 0 0,1 0 0,0 1 0,0-1 0,0 0 0,0 3 0,1-4 0,-1-1 0,0 1 0,0 0 0,1-1 0,-1 1 0,0-1 0,1 1 0,-1-1 0,0 0 0,1 1 0,-1-1 0,1 1 0,-1-1 0,1 0 0,-1 1 0,1-1 0,-1 0 0,1 1 0,0-1 0,-1 0 0,2 1 0,21-3 0,-11-2 0,0-1 0,0 0 0,-1-1 0,0 0 0,0 0 0,0-1 0,18-17 0,61-66 0,-65 58 0,-2 0 0,-1-2 0,23-46 0,10-16 0,-16 26 0,-26 45 0,1 1 0,27-37 0,-39 58 0,1 0 0,-1 1 0,0-1 0,1 1 0,-1 0 0,1-1 0,0 1 0,0 1 0,0-1 0,0 0 0,0 1 0,0-1 0,0 1 0,1 0 0,-1 0 0,0 1 0,1-1 0,-1 0 0,0 1 0,1 0 0,-1 0 0,1 0 0,-1 0 0,0 1 0,1-1 0,-1 1 0,1 0 0,-1 0 0,0 0 0,0 0 0,0 1 0,0-1 0,0 1 0,0 0 0,0 0 0,0 0 0,0 0 0,-1 0 0,1 1 0,-1-1 0,0 1 0,0 0 0,0-1 0,0 1 0,0 0 0,-1 0 0,1 0 0,-1 1 0,0-1 0,1 0 0,0 7 0,1 35 0,-1 1 0,-8 77 0,5-120 0,0 10 0,-1 1 0,-1-1 0,0 0 0,-1 0 0,0-1 0,-1 1 0,0-1 0,-1 0 0,0 0 0,-1-1 0,-12 15 0,13-17 0,1-1 0,0 0 0,1 1 0,0 0 0,0 0 0,1 1 0,0-1 0,1 1 0,0-1 0,-2 18 0,4-27 0,0 0 0,0 0 0,0 0 0,0 1 0,0-1 0,0 0 0,0 0 0,0 0 0,0 0 0,0 0 0,0 0 0,0 0 0,0 1 0,0-1 0,0 0 0,0 0 0,0 0 0,0 0 0,0 0 0,0 0 0,0 0 0,0 0 0,0 1 0,0-1 0,0 0 0,0 0 0,0 0 0,0 0 0,0 0 0,0 0 0,0 0 0,1 0 0,-1 0 0,0 1 0,0-1 0,0 0 0,0 0 0,0 0 0,0 0 0,0 0 0,0 0 0,0 0 0,1 0 0,-1 0 0,0 0 0,0 0 0,0 0 0,0 0 0,0 0 0,0 0 0,0 0 0,1 0 0,-1 0 0,0 0 0,0 0 0,0 0 0,0 0 0,0 0 0,0 0 0,0 0 0,0 0 0,1 0 0,-1 0 0,7-9 0,7-14 0,41-109 0,31-60 0,-60 137 0,10-19 0,-31 66 0,-1 1 0,1 0 0,0 0 0,1 0 0,0 1 0,12-11 0,-18 16 0,1 0 0,0 0 0,0 1 0,-1-1 0,1 1 0,0-1 0,0 1 0,0-1 0,0 1 0,0-1 0,0 1 0,0 0 0,0 0 0,0-1 0,0 1 0,0 0 0,0 0 0,0 0 0,0 0 0,0 0 0,0 0 0,0 0 0,0 1 0,0-1 0,0 0 0,0 1 0,0-1 0,0 0 0,0 1 0,1 0 0,0 1 0,0 0 0,0 0 0,0 1 0,-1-1 0,1 0 0,-1 1 0,1-1 0,-1 1 0,0-1 0,0 1 0,1 3 0,2 9 0,0 0 0,2 31 0,-3 36 0,-15 161 0,1-81 0,14-131 0,1-27 0,1-19 0,4-49 0,-6 43 0,0-1 0,1 0 0,1 1 0,0 0 0,2 0 0,1 1 0,11-23 0,-3 18 0,1 0 0,39-44 0,-46 56 0,-6 9 0,-1-1 0,1 1 0,0-1 0,0 1 0,0 0 0,6-4 0,-9 8 0,0-1 0,0 1 0,0 0 0,0-1 0,0 1 0,0 0 0,0 0 0,0-1 0,0 1 0,0 0 0,0 0 0,0 0 0,0 0 0,0 1 0,0-1 0,0 0 0,0 0 0,0 1 0,0-1 0,0 0 0,0 1 0,0-1 0,0 1 0,0-1 0,0 1 0,-1-1 0,1 1 0,0 0 0,0 0 0,-1-1 0,1 1 0,0 0 0,-1 0 0,1 0 0,-1 0 0,1-1 0,-1 1 0,1 0 0,-1 0 0,0 0 0,1 2 0,6 19 0,0-1 0,-2 2 0,0-1 0,-1 0 0,0 43 0,-3 54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8-20T15:54:58.644"/>
    </inkml:context>
    <inkml:brush xml:id="br0">
      <inkml:brushProperty name="width" value="0.35" units="cm"/>
      <inkml:brushProperty name="height" value="0.35" units="cm"/>
      <inkml:brushProperty name="color" value="#FFFFFF"/>
    </inkml:brush>
  </inkml:definitions>
  <inkml:trace contextRef="#ctx0" brushRef="#br0">1 0 24575,'50'2'0,"58"11"0,47 1 0,-132-12 0,0 0 0,31 8 0,-30-5 0,48 4 0,-32-6 0,41 8 0,-43-5 0,57 2 0,-85-7 0,1-1 0,-1-1 0,1 0 0,-1 0 0,1-1 0,-1 0 0,0-1 0,0 0 0,0-1 0,17-8 0,-13 5 0,-1 2 0,1 0 0,1 0 0,-1 1 0,1 1 0,-1 1 0,1 0 0,0 1 0,0 0 0,26 3 0,-13 1 0,0 1 0,-1 1 0,1 2 0,45 17 0,-40-14 291,-25-8-622,0 1 0,0-1-1,0 2 1,10 4 0</inkml:trace>
</inkml:ink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29761" y="0"/>
            <a:ext cx="2929837" cy="498852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2668431-CD35-4516-818D-B41B2C4843CF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4588" y="1243013"/>
            <a:ext cx="4471987" cy="33559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6117" y="4784835"/>
            <a:ext cx="5408930" cy="391486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29761" y="9443662"/>
            <a:ext cx="2929837" cy="49885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AB949B3-C4AB-4FB2-8B24-B07A558BD59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65345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560056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669667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5046811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608931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A193BE92-2836-2377-AC03-A2DE9BD92B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49BC9794-528F-622F-43DD-4480761AC26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030C919C-92B7-D9DB-548B-F07A4AA3A29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3746616-91E6-EEB7-1856-D004D3BB5C8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9652716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12EE8AE-6B96-A0B7-5B01-1E66F70918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196B1102-F4C9-B3F6-1EBC-67E21A0E1FA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48509EEB-322A-5BF0-4BAB-89D92C041C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160D25FF-334B-A586-E002-BDB8BEB75D2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7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6347166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8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154644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9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964010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CAA661C-EE8E-4550-79FC-6D2DE62837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08A3BE65-ABC2-C31E-F7BF-5074E255AAB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E1E0FA71-42DC-F866-0B0B-A1E7E3AEB7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4A24EB81-AFC1-22F2-9431-A4C105BD9B2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93837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5EA6B61-674B-0ABF-F5C3-A72BF2845D1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F22FBED0-DE41-A040-921A-D95B51852C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BB3F754-664A-ECDE-8199-65800D97632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BCAF3E54-5ADF-52CC-11B5-B7F7837DEE4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771296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2B03C315-2F31-0964-567A-7316CBA1CF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xmlns="" id="{BAFFF20B-31C2-4485-B341-8D4BE37D5E7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xmlns="" id="{61E42BF9-76F7-7E12-CA6C-411D0EA633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xmlns="" id="{83E48A72-B066-3B79-5AF6-739496354C8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57875738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3605045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375441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New Courses replaced with New Programmes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AB949B3-C4AB-4FB2-8B24-B07A558BD59F}" type="slidenum">
              <a:rPr lang="en-IN" smtClean="0"/>
              <a:t>15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36910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1617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71195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507170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911858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613015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52406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517875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296799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86846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27557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95389809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4AA89A1-F17A-4D3D-AC08-D16056C16514}" type="datetimeFigureOut">
              <a:rPr lang="en-IN" smtClean="0"/>
              <a:t>06-03-2026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421C46D-3F04-4F73-BF36-E6D9DA5AE14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68759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customXml" Target="../ink/ink1.xml"/><Relationship Id="rId7" Type="http://schemas.openxmlformats.org/officeDocument/2006/relationships/image" Target="../media/image60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customXml" Target="../ink/ink2.xml"/><Relationship Id="rId7" Type="http://schemas.openxmlformats.org/officeDocument/2006/relationships/image" Target="../media/image1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customXml" Target="../ink/ink3.xml"/><Relationship Id="rId6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PPT Admission Drive 2021-22-final-2_Page_0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0383"/>
          </a:xfrm>
          <a:prstGeom prst="rect">
            <a:avLst/>
          </a:prstGeom>
        </p:spPr>
      </p:pic>
    </p:spTree>
  </p:cSld>
  <p:clrMapOvr>
    <a:masterClrMapping/>
  </p:clrMapOvr>
  <p:transition>
    <p:wip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54260" y="-27384"/>
            <a:ext cx="9180512" cy="6885384"/>
          </a:xfrm>
        </p:spPr>
      </p:pic>
      <p:cxnSp>
        <p:nvCxnSpPr>
          <p:cNvPr id="11" name="Straight Connector 10"/>
          <p:cNvCxnSpPr/>
          <p:nvPr/>
        </p:nvCxnSpPr>
        <p:spPr>
          <a:xfrm>
            <a:off x="1565174" y="2204864"/>
            <a:ext cx="6306546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11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70382" y="150274"/>
            <a:ext cx="6396065" cy="920873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2061" y="2367609"/>
            <a:ext cx="8784976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>
              <a:buSzPct val="25000"/>
            </a:pPr>
            <a:r>
              <a:rPr lang="en-IN" sz="2400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Pre-</a:t>
            </a:r>
            <a:r>
              <a:rPr lang="en-IN" sz="2400" b="1" dirty="0" smtClean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Final </a:t>
            </a: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Year Project Progress</a:t>
            </a:r>
          </a:p>
          <a:p>
            <a:pPr lvl="0" algn="ctr">
              <a:buSzPct val="25000"/>
            </a:pPr>
            <a:r>
              <a:rPr lang="en-IN" sz="24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Submitted by</a:t>
            </a:r>
          </a:p>
        </p:txBody>
      </p:sp>
      <p:graphicFrame>
        <p:nvGraphicFramePr>
          <p:cNvPr id="2" name="Table 2">
            <a:extLst>
              <a:ext uri="{FF2B5EF4-FFF2-40B4-BE49-F238E27FC236}">
                <a16:creationId xmlns:a16="http://schemas.microsoft.com/office/drawing/2014/main" xmlns="" id="{232DFD41-0025-28B4-FE3B-A54FAEE28F4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8442984"/>
              </p:ext>
            </p:extLst>
          </p:nvPr>
        </p:nvGraphicFramePr>
        <p:xfrm>
          <a:off x="1670447" y="3505366"/>
          <a:ext cx="6096000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48000">
                  <a:extLst>
                    <a:ext uri="{9D8B030D-6E8A-4147-A177-3AD203B41FA5}">
                      <a16:colId xmlns:a16="http://schemas.microsoft.com/office/drawing/2014/main" xmlns="" val="35372704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xmlns="" val="3305024946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xmlns="" val="1765898331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4176101868"/>
                  </a:ext>
                </a:extLst>
              </a:tr>
              <a:tr h="36576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xmlns="" val="1958206324"/>
                  </a:ext>
                </a:extLst>
              </a:tr>
            </a:tbl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3DF18845-4075-32C5-8F4A-4F40F86E837F}"/>
              </a:ext>
            </a:extLst>
          </p:cNvPr>
          <p:cNvSpPr txBox="1"/>
          <p:nvPr/>
        </p:nvSpPr>
        <p:spPr>
          <a:xfrm>
            <a:off x="1414310" y="1372508"/>
            <a:ext cx="660827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buSzPct val="25000"/>
            </a:pPr>
            <a:r>
              <a:rPr lang="en-IN" sz="4000" b="1" dirty="0">
                <a:solidFill>
                  <a:srgbClr val="C0000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Project Title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40D4C745-33B7-0116-E20F-11A7F0DFD46F}"/>
              </a:ext>
            </a:extLst>
          </p:cNvPr>
          <p:cNvSpPr txBox="1"/>
          <p:nvPr/>
        </p:nvSpPr>
        <p:spPr>
          <a:xfrm>
            <a:off x="236440" y="5733256"/>
            <a:ext cx="858403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Industry Mentor:</a:t>
            </a:r>
          </a:p>
          <a:p>
            <a:pPr lvl="0">
              <a:buSzPct val="25000"/>
            </a:pPr>
            <a:r>
              <a:rPr lang="en-IN" sz="1800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 </a:t>
            </a:r>
            <a:r>
              <a:rPr lang="en-IN" b="1" dirty="0">
                <a:solidFill>
                  <a:srgbClr val="0070C0"/>
                </a:solidFill>
                <a:ea typeface="Cambria" panose="02040503050406030204" pitchFamily="18" charset="0"/>
                <a:cs typeface="Times New Roman" panose="02020603050405020304" pitchFamily="18" charset="0"/>
                <a:sym typeface="Arial"/>
              </a:rPr>
              <a:t>Faculty Mentor:</a:t>
            </a:r>
            <a:endParaRPr lang="en-IN" sz="1800" b="1" dirty="0">
              <a:solidFill>
                <a:srgbClr val="0070C0"/>
              </a:solidFill>
              <a:ea typeface="Cambria" panose="02040503050406030204" pitchFamily="18" charset="0"/>
              <a:cs typeface="Times New Roman" panose="02020603050405020304" pitchFamily="18" charset="0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414253642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15370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Overview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537842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543231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Specific Objectives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473292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Key Features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5742319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D0B33F2B-4274-D144-7093-B867F4CB37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A9527858-67DE-3DF8-FF01-8DB1846AEB1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D2CBC630-DA86-8B5C-8CF1-BBD133225A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244288"/>
            <a:ext cx="5688632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Progress Summary</a:t>
            </a:r>
            <a:endParaRPr lang="en-IN" sz="32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4FB5C432-E63F-6355-19A5-32B65372F4DD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A6D3DC83-45E5-89A4-957B-69C5B5063223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2E6412DA-6D17-40E5-6A15-8B5AF801558C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0562121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F175C45B-C9D0-DBF5-811F-0F08DB7B92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ACCAFCE0-31E7-9CED-BEF6-9C94A97D7C0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EC8D1C93-2569-153C-C90B-6D82C35C19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9512" y="377423"/>
            <a:ext cx="8964487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2800" b="1" kern="100" dirty="0">
                <a:latin typeface="Verdana" panose="020B0604030504040204" pitchFamily="34" charset="0"/>
                <a:cs typeface="Times New Roman" panose="02020603050405020304" pitchFamily="18" charset="0"/>
                <a:sym typeface="Arial"/>
              </a:rPr>
              <a:t>Detailed Progress – Development Phase</a:t>
            </a:r>
            <a:endParaRPr lang="en-IN" sz="2800" b="1" dirty="0"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6161CDA-82E4-E4CE-AB8A-F7E4594878E9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BFB65409-50C0-1C48-4C06-AA7695D3A29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25461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047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998783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BB1AC4FE-9A4F-F464-CA8E-3B900C2974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xmlns="" id="{72AEF02E-64A6-6432-1444-81368AF7F7EA}"/>
                  </a:ext>
                </a:extLst>
              </p14:cNvPr>
              <p14:cNvContentPartPr/>
              <p14:nvPr/>
            </p14:nvContentPartPr>
            <p14:xfrm>
              <a:off x="6087360" y="2475240"/>
              <a:ext cx="646200" cy="33372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72AEF02E-64A6-6432-1444-81368AF7F7EA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6024360" y="2412240"/>
                <a:ext cx="771840" cy="4593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0933716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C82CBE56-1D41-7167-8FFB-A09C6DDBB4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AFB3A7BE-7862-048E-951C-86CFD388A53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BF1F4E46-D933-954B-D887-0C743D7A62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7133" y="100424"/>
            <a:ext cx="8280920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Prototype/Project Flow diagram/Architecture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DF222086-A20A-7049-0744-A17C1E596D3B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3926CD72-25A6-86DC-34B2-F6A291749F3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D4D0BEBF-445B-BE7B-3FF6-A71A2B587371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xmlns="" id="{FC27A688-8646-DB1F-FAA1-AE2FA98442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264302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BDBD42DB-FF71-D8E6-630F-399C60C536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52FB631E-E469-C80D-C58A-99E545F3785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3B6D9598-AD90-B9CA-8610-998CE22F1C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Timeline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1362D34C-9176-DD2A-8AAF-507BD46BD710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4066F8A4-300F-9AE0-4A5E-2A2D19A8A54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C166FAC4-E627-209B-D9A4-20EC84D69C44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xmlns="" id="{D3A55479-5820-9331-B8CC-0F9A13C7AC18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D3A55479-5820-9331-B8CC-0F9A13C7AC18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714052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4495082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0BBCDCA2-809E-6D83-D42D-750510F89F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xmlns="" id="{B1972655-A0FD-7923-EAE6-F8504228D9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>
            <a:extLst>
              <a:ext uri="{FF2B5EF4-FFF2-40B4-BE49-F238E27FC236}">
                <a16:creationId xmlns:a16="http://schemas.microsoft.com/office/drawing/2014/main" xmlns="" id="{B586354D-B57C-4AB5-50E5-D5E6E2A516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Next Steps and Goals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xmlns="" id="{9AA045F8-58D6-32DE-1A78-7BF61B468745}"/>
              </a:ext>
            </a:extLst>
          </p:cNvPr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92C63B0B-38AB-BDC6-BC45-A8B7244E2861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7305AE5B-E43E-CFC9-59E3-0853A368E8B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1" name="Ink 10">
                <a:extLst>
                  <a:ext uri="{FF2B5EF4-FFF2-40B4-BE49-F238E27FC236}">
                    <a16:creationId xmlns:a16="http://schemas.microsoft.com/office/drawing/2014/main" xmlns="" id="{871A80A2-EA03-6476-D9C3-239857EC94CB}"/>
                  </a:ext>
                </a:extLst>
              </p14:cNvPr>
              <p14:cNvContentPartPr/>
              <p14:nvPr/>
            </p14:nvContentPartPr>
            <p14:xfrm>
              <a:off x="7203160" y="2489200"/>
              <a:ext cx="484560" cy="34920"/>
            </p14:xfrm>
          </p:contentPart>
        </mc:Choice>
        <mc:Fallback xmlns="">
          <p:pic>
            <p:nvPicPr>
              <p:cNvPr id="11" name="Ink 10">
                <a:extLst>
                  <a:ext uri="{FF2B5EF4-FFF2-40B4-BE49-F238E27FC236}">
                    <a16:creationId xmlns:a16="http://schemas.microsoft.com/office/drawing/2014/main" id="{871A80A2-EA03-6476-D9C3-239857EC94CB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140160" y="2426200"/>
                <a:ext cx="610200" cy="16056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36650838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5" y="298973"/>
            <a:ext cx="4392488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&amp; Resources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4906885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4976" y="-13692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79512" y="151593"/>
            <a:ext cx="6117380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Project </a:t>
            </a:r>
            <a:r>
              <a:rPr lang="en-US" sz="3200" b="1" kern="100" dirty="0" err="1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Usecases</a:t>
            </a: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 &amp; Scope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581224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0"/>
            <a:ext cx="9180512" cy="6885384"/>
          </a:xfrm>
        </p:spPr>
      </p:pic>
      <p:sp>
        <p:nvSpPr>
          <p:cNvPr id="5" name="Rectangle 1"/>
          <p:cNvSpPr>
            <a:spLocks noChangeArrowheads="1"/>
          </p:cNvSpPr>
          <p:nvPr/>
        </p:nvSpPr>
        <p:spPr bwMode="auto">
          <a:xfrm>
            <a:off x="103414" y="298973"/>
            <a:ext cx="6844849" cy="5847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>
              <a:buSzPct val="25000"/>
            </a:pPr>
            <a:r>
              <a:rPr lang="en-US" sz="3200" b="1" kern="100" dirty="0"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Expected Results &amp; Impact</a:t>
            </a:r>
            <a:endParaRPr lang="en-IN" sz="3200" b="1" dirty="0">
              <a:solidFill>
                <a:srgbClr val="E31E24"/>
              </a:solidFill>
              <a:cs typeface="Times New Roman" panose="02020603050405020304" pitchFamily="18" charset="0"/>
              <a:sym typeface="Arial"/>
            </a:endParaRPr>
          </a:p>
        </p:txBody>
      </p:sp>
      <p:cxnSp>
        <p:nvCxnSpPr>
          <p:cNvPr id="7" name="Straight Connector 6"/>
          <p:cNvCxnSpPr/>
          <p:nvPr/>
        </p:nvCxnSpPr>
        <p:spPr>
          <a:xfrm>
            <a:off x="0" y="1061448"/>
            <a:ext cx="9180513" cy="0"/>
          </a:xfrm>
          <a:prstGeom prst="line">
            <a:avLst/>
          </a:prstGeom>
          <a:ln w="25400">
            <a:solidFill>
              <a:srgbClr val="0060AA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xmlns="" id="{AE24D516-77C6-C96A-5F77-D099623448D8}"/>
              </a:ext>
            </a:extLst>
          </p:cNvPr>
          <p:cNvSpPr txBox="1"/>
          <p:nvPr/>
        </p:nvSpPr>
        <p:spPr>
          <a:xfrm>
            <a:off x="179512" y="1293834"/>
            <a:ext cx="8784976" cy="3727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just" fontAlgn="base">
              <a:lnSpc>
                <a:spcPct val="107000"/>
              </a:lnSpc>
              <a:spcBef>
                <a:spcPts val="0"/>
              </a:spcBef>
              <a:spcAft>
                <a:spcPts val="0"/>
              </a:spcAft>
            </a:pPr>
            <a:r>
              <a:rPr lang="en-US" sz="1800" kern="100" dirty="0">
                <a:solidFill>
                  <a:srgbClr val="000000"/>
                </a:solidFill>
                <a:effectLst/>
                <a:latin typeface="Verdana" panose="020B060403050404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2800" kern="100" dirty="0">
              <a:effectLst/>
              <a:latin typeface="+mj-lt"/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26048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80512" cy="6858000"/>
          </a:xfr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08" y="6309320"/>
            <a:ext cx="2411760" cy="346691"/>
          </a:xfrm>
          <a:prstGeom prst="rect">
            <a:avLst/>
          </a:prstGeom>
        </p:spPr>
      </p:pic>
      <p:sp>
        <p:nvSpPr>
          <p:cNvPr id="2" name="TextBox 1"/>
          <p:cNvSpPr txBox="1"/>
          <p:nvPr/>
        </p:nvSpPr>
        <p:spPr>
          <a:xfrm>
            <a:off x="1835696" y="2708920"/>
            <a:ext cx="565103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7200" dirty="0">
                <a:solidFill>
                  <a:srgbClr val="0060AA"/>
                </a:solidFill>
                <a:latin typeface="Garamond" pitchFamily="18" charset="0"/>
              </a:rPr>
              <a:t>THANK</a:t>
            </a:r>
            <a:r>
              <a:rPr lang="en-US" sz="7200" dirty="0">
                <a:latin typeface="Garamond" pitchFamily="18" charset="0"/>
              </a:rPr>
              <a:t> </a:t>
            </a:r>
            <a:r>
              <a:rPr lang="en-US" sz="7200" dirty="0">
                <a:solidFill>
                  <a:srgbClr val="E31E24"/>
                </a:solidFill>
                <a:latin typeface="Garamond" pitchFamily="18" charset="0"/>
              </a:rPr>
              <a:t>YOU</a:t>
            </a:r>
            <a:endParaRPr lang="en-IN" sz="7200" dirty="0">
              <a:latin typeface="Garamond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5819819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6257</TotalTime>
  <Words>154</Words>
  <Application>Microsoft Office PowerPoint</Application>
  <PresentationFormat>On-screen Show (4:3)</PresentationFormat>
  <Paragraphs>60</Paragraphs>
  <Slides>16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3" baseType="lpstr">
      <vt:lpstr>Arial</vt:lpstr>
      <vt:lpstr>Calibri</vt:lpstr>
      <vt:lpstr>Cambria</vt:lpstr>
      <vt:lpstr>Garamond</vt:lpstr>
      <vt:lpstr>Times New Roman</vt:lpstr>
      <vt:lpstr>Verdana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WEBDEV</dc:creator>
  <cp:lastModifiedBy>Microsoft account</cp:lastModifiedBy>
  <cp:revision>311</cp:revision>
  <cp:lastPrinted>2022-09-05T08:43:44Z</cp:lastPrinted>
  <dcterms:created xsi:type="dcterms:W3CDTF">2020-01-16T09:05:56Z</dcterms:created>
  <dcterms:modified xsi:type="dcterms:W3CDTF">2026-03-06T07:21:46Z</dcterms:modified>
</cp:coreProperties>
</file>